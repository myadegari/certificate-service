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</p:sldIdLst>
  <p:sldSz cx="10691813" cy="7559675"/>
  <p:notesSz cx="6858000" cy="9144000"/>
  <p:embeddedFontLst>
    <p:embeddedFont>
      <p:font typeface="Consolas" panose="020B0609020204030204" pitchFamily="49" charset="0"/>
      <p:regular r:id="rId3"/>
      <p:bold r:id="rId4"/>
      <p:italic r:id="rId5"/>
      <p:boldItalic r:id="rId6"/>
    </p:embeddedFont>
    <p:embeddedFont>
      <p:font typeface="Estedad-FD" panose="02000203000000000000" pitchFamily="2" charset="-78"/>
      <p:regular r:id="rId7"/>
      <p:bold r:id="rId8"/>
    </p:embeddedFont>
    <p:embeddedFont>
      <p:font typeface="IRLotus" panose="02000503000000020002" pitchFamily="2" charset="-78"/>
      <p:regular r:id="rId9"/>
      <p:bold r:id="rId10"/>
      <p:italic r:id="rId11"/>
    </p:embeddedFont>
    <p:embeddedFont>
      <p:font typeface="Mikhak-DS2-FD Regular" panose="020B0604020202020204" charset="-78"/>
      <p:regular r:id="rId12"/>
    </p:embeddedFont>
    <p:embeddedFont>
      <p:font typeface="Vazirmatn FD" panose="020B0604020202020204" charset="-78"/>
      <p:regular r:id="rId13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973F"/>
    <a:srgbClr val="148335"/>
    <a:srgbClr val="E5DDD5"/>
    <a:srgbClr val="1FC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4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font" Target="fonts/font4.fntdata"/><Relationship Id="rId7" Type="http://schemas.openxmlformats.org/officeDocument/2006/relationships/font" Target="fonts/font5.fntdata"/><Relationship Id="rId8" Type="http://schemas.openxmlformats.org/officeDocument/2006/relationships/font" Target="fonts/font6.fntdata"/><Relationship Id="rId9" Type="http://schemas.openxmlformats.org/officeDocument/2006/relationships/font" Target="fonts/font7.fntdata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4" Type="http://schemas.openxmlformats.org/officeDocument/2006/relationships/font" Target="fonts/font1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9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6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3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6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5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6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7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51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7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7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935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C06C2-7DBC-4F52-9B39-8D808E2DB5D5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8DC80-B978-489B-B78A-A49223FC4E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4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85F13F-1F0B-4165-8A69-676E9936AF41}"/>
              </a:ext>
            </a:extLst>
          </p:cNvPr>
          <p:cNvSpPr/>
          <p:nvPr/>
        </p:nvSpPr>
        <p:spPr>
          <a:xfrm rot="5400000">
            <a:off x="6398175" y="3266110"/>
            <a:ext cx="7559818" cy="1027456"/>
          </a:xfrm>
          <a:prstGeom prst="rect">
            <a:avLst/>
          </a:prstGeom>
          <a:pattFill prst="wdUpDiag">
            <a:fgClr>
              <a:srgbClr val="148335"/>
            </a:fgClr>
            <a:bgClr>
              <a:srgbClr val="16973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5">
              <a:latin typeface="Mikhak-DS2-FD Regular" pitchFamily="2" charset="-78"/>
              <a:cs typeface="Mikhak-DS2-FD Regular" pitchFamily="2" charset="-78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96AD08-7881-4CC0-B58F-E35FD250CA40}"/>
              </a:ext>
            </a:extLst>
          </p:cNvPr>
          <p:cNvSpPr/>
          <p:nvPr/>
        </p:nvSpPr>
        <p:spPr>
          <a:xfrm>
            <a:off x="6444115" y="-143"/>
            <a:ext cx="3796981" cy="7559818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5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54C820-BE15-444B-B501-DB328EA1374C}"/>
              </a:ext>
            </a:extLst>
          </p:cNvPr>
          <p:cNvPicPr/>
          <p:nvPr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666" y="1003733"/>
            <a:ext cx="5189915" cy="6084728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E18E82C-7AFA-4BB3-A440-2094729BAECE}"/>
              </a:ext>
            </a:extLst>
          </p:cNvPr>
          <p:cNvSpPr/>
          <p:nvPr/>
        </p:nvSpPr>
        <p:spPr>
          <a:xfrm>
            <a:off x="-1" y="85687"/>
            <a:ext cx="10248053" cy="1905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15">
              <a:latin typeface="Mikhak-DS2-FD Regular" pitchFamily="2" charset="-78"/>
              <a:cs typeface="Mikhak-DS2-FD Regular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5B29C1-389F-44E1-B056-C82A1301F31C}"/>
              </a:ext>
            </a:extLst>
          </p:cNvPr>
          <p:cNvSpPr txBox="1"/>
          <p:nvPr/>
        </p:nvSpPr>
        <p:spPr>
          <a:xfrm>
            <a:off x="413672" y="2516154"/>
            <a:ext cx="952790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4485" algn="just" rtl="1">
              <a:lnSpc>
                <a:spcPct val="200000"/>
              </a:lnSpc>
            </a:pP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گواهی می شود:</a:t>
            </a:r>
            <a:endParaRPr lang="en-US" sz="2400" dirty="0">
              <a:latin typeface="IRLotus" panose="02000503000000020002" pitchFamily="2" charset="-78"/>
              <a:ea typeface="Times New Roman" panose="02020603050405020304" pitchFamily="18" charset="0"/>
              <a:cs typeface="IRLotus" panose="02000503000000020002" pitchFamily="2" charset="-78"/>
            </a:endParaRPr>
          </a:p>
          <a:p>
            <a:pPr marL="164485" algn="just" rtl="1">
              <a:lnSpc>
                <a:spcPct val="200000"/>
              </a:lnSpc>
            </a:pPr>
            <a:r>
              <a:rPr lang="en-US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{{gender}}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</a:t>
            </a:r>
            <a:r>
              <a:rPr lang="en-US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{{name}}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به شماره ملی </a:t>
            </a:r>
            <a:r>
              <a:rPr lang="en-US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{{national}}</a:t>
            </a:r>
            <a:r>
              <a:rPr lang="fa-IR" sz="2000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 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در دوره </a:t>
            </a:r>
            <a:r>
              <a:rPr lang="en-US" b="1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{{course}}</a:t>
            </a:r>
            <a:r>
              <a:rPr lang="fa-IR" b="1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 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که توسط </a:t>
            </a:r>
            <a:r>
              <a:rPr lang="en-US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{{org}} {{org2}}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مجتمع آموزش عالی لارستان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در تاریخ </a:t>
            </a:r>
            <a:r>
              <a:rPr lang="en-US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{{date}}</a:t>
            </a:r>
            <a:r>
              <a:rPr lang="fa-IR" sz="2400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 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به مدت </a:t>
            </a:r>
            <a:r>
              <a:rPr lang="en-US" dirty="0">
                <a:latin typeface="Vazirmatn FD" panose="020B0604020202020204" charset="-78"/>
                <a:ea typeface="Times New Roman" panose="02020603050405020304" pitchFamily="18" charset="0"/>
                <a:cs typeface="Vazirmatn FD" panose="020B0604020202020204" charset="-78"/>
              </a:rPr>
              <a:t>{{time}}</a:t>
            </a:r>
            <a:r>
              <a:rPr lang="fa-IR" b="1" dirty="0">
                <a:latin typeface="Estedad-FD" panose="02000203000000000000" pitchFamily="2" charset="-78"/>
                <a:ea typeface="Times New Roman" panose="02020603050405020304" pitchFamily="18" charset="0"/>
                <a:cs typeface="Estedad-FD" panose="02000203000000000000" pitchFamily="2" charset="-78"/>
              </a:rPr>
              <a:t> </a:t>
            </a:r>
            <a:r>
              <a:rPr lang="fa-IR" sz="2400" b="1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ساعت</a:t>
            </a:r>
            <a:r>
              <a:rPr lang="fa-IR" sz="24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rPr>
              <a:t> برگزار گردید، شرکت نموده است.   </a:t>
            </a:r>
            <a:endParaRPr lang="en-US" sz="2400" dirty="0">
              <a:latin typeface="IRLotus" panose="02000503000000020002" pitchFamily="2" charset="-78"/>
              <a:ea typeface="Times New Roman" panose="02020603050405020304" pitchFamily="18" charset="0"/>
              <a:cs typeface="IRLotus" panose="02000503000000020002" pitchFamily="2" charset="-7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C438F0-A567-4001-92C0-4D3482157F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775" y="356611"/>
            <a:ext cx="1283018" cy="13981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B8310DE-BD7C-4A03-8DE9-9165825A254A}"/>
              </a:ext>
            </a:extLst>
          </p:cNvPr>
          <p:cNvGrpSpPr/>
          <p:nvPr/>
        </p:nvGrpSpPr>
        <p:grpSpPr>
          <a:xfrm>
            <a:off x="3712640" y="736925"/>
            <a:ext cx="2929968" cy="1069314"/>
            <a:chOff x="3439774" y="269934"/>
            <a:chExt cx="2714625" cy="990723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C63ACCFE-1B19-4F14-BF28-890EA4621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2725" y="269934"/>
              <a:ext cx="1228725" cy="46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8694" tIns="49347" rIns="98694" bIns="49347" anchor="t" anchorCtr="0" upright="1">
              <a:noAutofit/>
            </a:bodyPr>
            <a:lstStyle/>
            <a:p>
              <a:pPr algn="ctr" rtl="1"/>
              <a:r>
                <a:rPr lang="fa-IR" sz="1400" b="1" dirty="0">
                  <a:latin typeface="IRLotus" panose="02000503000000020002" pitchFamily="2" charset="-78"/>
                  <a:ea typeface="Times New Roman" panose="02020603050405020304" pitchFamily="18" charset="0"/>
                  <a:cs typeface="IRLotus" panose="02000503000000020002" pitchFamily="2" charset="-78"/>
                </a:rPr>
                <a:t>بسمه تعالی</a:t>
              </a:r>
              <a:endParaRPr lang="en-US" sz="1600" dirty="0">
                <a:latin typeface="IRLotus" panose="02000503000000020002" pitchFamily="2" charset="-78"/>
                <a:ea typeface="Times New Roman" panose="02020603050405020304" pitchFamily="18" charset="0"/>
                <a:cs typeface="IRLotus" panose="02000503000000020002" pitchFamily="2" charset="-78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1A1D616B-3A9F-4721-ACD8-1104B8800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9774" y="603432"/>
              <a:ext cx="2714625" cy="657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8694" tIns="49347" rIns="98694" bIns="49347" anchor="t" anchorCtr="0" upright="1">
              <a:noAutofit/>
            </a:bodyPr>
            <a:lstStyle>
              <a:defPPr>
                <a:defRPr lang="en-US"/>
              </a:defPPr>
              <a:lvl1pPr marR="0" algn="ctr" rtl="1">
                <a:spcBef>
                  <a:spcPts val="0"/>
                </a:spcBef>
                <a:spcAft>
                  <a:spcPts val="0"/>
                </a:spcAft>
                <a:defRPr sz="1100" b="1">
                  <a:effectLst/>
                  <a:latin typeface="Estedad-FD SemiBold" pitchFamily="2" charset="-78"/>
                  <a:ea typeface="Times New Roman" panose="02020603050405020304" pitchFamily="18" charset="0"/>
                  <a:cs typeface="Estedad-FD SemiBold" pitchFamily="2" charset="-78"/>
                </a:defRPr>
              </a:lvl1pPr>
            </a:lstStyle>
            <a:p>
              <a:r>
                <a:rPr lang="fa-IR" sz="1600" dirty="0">
                  <a:latin typeface="IRLotus" panose="02000503000000020002" pitchFamily="2" charset="-78"/>
                  <a:cs typeface="IRLotus" panose="02000503000000020002" pitchFamily="2" charset="-78"/>
                </a:rPr>
                <a:t>     گواهی شرکت در  دوره آموزشی</a:t>
              </a:r>
              <a:endParaRPr lang="en-US" sz="1600" dirty="0">
                <a:latin typeface="IRLotus" panose="02000503000000020002" pitchFamily="2" charset="-78"/>
                <a:cs typeface="IRLotus" panose="02000503000000020002" pitchFamily="2" charset="-78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DB79C77-A0A7-42F7-93D6-F547F52EE1B4}"/>
              </a:ext>
            </a:extLst>
          </p:cNvPr>
          <p:cNvSpPr txBox="1"/>
          <p:nvPr/>
        </p:nvSpPr>
        <p:spPr>
          <a:xfrm>
            <a:off x="10320624" y="1271582"/>
            <a:ext cx="317459" cy="518141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863" dirty="0">
                <a:solidFill>
                  <a:srgbClr val="1FC74F"/>
                </a:solidFill>
                <a:latin typeface="Consolas" panose="020B0609020204030204" pitchFamily="49" charset="0"/>
                <a:cs typeface="Mikhak-DS2-FD Regular" pitchFamily="2" charset="-78"/>
              </a:rPr>
              <a:t>{{unique}}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17965F-02E5-4E57-B12D-68CA2CBC5AEF}"/>
              </a:ext>
            </a:extLst>
          </p:cNvPr>
          <p:cNvSpPr/>
          <p:nvPr/>
        </p:nvSpPr>
        <p:spPr>
          <a:xfrm>
            <a:off x="6906334" y="5930111"/>
            <a:ext cx="1171137" cy="1170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</a:t>
            </a:r>
            <a:r>
              <a:rPr lang="en-US" sz="2115" dirty="0" err="1">
                <a:latin typeface="Vazirmatn FD" pitchFamily="2" charset="-78"/>
                <a:cs typeface="Vazirmatn FD" pitchFamily="2" charset="-78"/>
              </a:rPr>
              <a:t>image:photo</a:t>
            </a:r>
            <a:r>
              <a:rPr lang="en-US" sz="2115" dirty="0">
                <a:latin typeface="Vazirmatn FD" pitchFamily="2" charset="-78"/>
                <a:cs typeface="Vazirmatn FD" pitchFamily="2" charset="-78"/>
              </a:rPr>
              <a:t>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CC39C9-8A99-4525-8257-0D2F390F32EF}"/>
              </a:ext>
            </a:extLst>
          </p:cNvPr>
          <p:cNvSpPr/>
          <p:nvPr/>
        </p:nvSpPr>
        <p:spPr>
          <a:xfrm>
            <a:off x="371013" y="5433937"/>
            <a:ext cx="2335255" cy="1170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</a:t>
            </a:r>
            <a:r>
              <a:rPr lang="en-US" sz="2115" dirty="0" err="1">
                <a:latin typeface="Vazirmatn FD" pitchFamily="2" charset="-78"/>
                <a:cs typeface="Vazirmatn FD" pitchFamily="2" charset="-78"/>
              </a:rPr>
              <a:t>image:logo</a:t>
            </a:r>
            <a:r>
              <a:rPr lang="en-US" sz="2115" dirty="0">
                <a:latin typeface="Vazirmatn FD" pitchFamily="2" charset="-78"/>
                <a:cs typeface="Vazirmatn FD" pitchFamily="2" charset="-78"/>
              </a:rPr>
              <a:t>}}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8DC69-2270-400E-A6F1-2F526CA9FBCD}"/>
              </a:ext>
            </a:extLst>
          </p:cNvPr>
          <p:cNvSpPr/>
          <p:nvPr/>
        </p:nvSpPr>
        <p:spPr>
          <a:xfrm>
            <a:off x="8195433" y="5946023"/>
            <a:ext cx="1153551" cy="11547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</a:t>
            </a:r>
            <a:r>
              <a:rPr lang="en-US" sz="2115" dirty="0" err="1">
                <a:solidFill>
                  <a:schemeClr val="bg1"/>
                </a:solidFill>
                <a:latin typeface="Vazirmatn FD" pitchFamily="2" charset="-78"/>
                <a:cs typeface="Vazirmatn FD" pitchFamily="2" charset="-78"/>
              </a:rPr>
              <a:t>qr</a:t>
            </a:r>
            <a:r>
              <a:rPr lang="en-US" sz="2115" dirty="0" err="1">
                <a:latin typeface="Vazirmatn FD" pitchFamily="2" charset="-78"/>
                <a:cs typeface="Vazirmatn FD" pitchFamily="2" charset="-78"/>
              </a:rPr>
              <a:t>:url</a:t>
            </a:r>
            <a:r>
              <a:rPr lang="en-US" sz="2115" dirty="0">
                <a:latin typeface="Vazirmatn FD" pitchFamily="2" charset="-78"/>
                <a:cs typeface="Vazirmatn FD" pitchFamily="2" charset="-78"/>
              </a:rPr>
              <a:t>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CFE09-8D5F-4C32-B4C3-C8E2F5700BB9}"/>
              </a:ext>
            </a:extLst>
          </p:cNvPr>
          <p:cNvSpPr txBox="1"/>
          <p:nvPr/>
        </p:nvSpPr>
        <p:spPr>
          <a:xfrm>
            <a:off x="3284480" y="6604565"/>
            <a:ext cx="1401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200" dirty="0">
                <a:latin typeface="IRLotus" panose="02000503000000020002" pitchFamily="2" charset="-78"/>
                <a:cs typeface="IRLotus" panose="02000503000000020002" pitchFamily="2" charset="-78"/>
              </a:rPr>
              <a:t>{{signatory2}}</a:t>
            </a:r>
            <a:endParaRPr lang="fa-IR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  <a:p>
            <a:pPr algn="ctr" rtl="1"/>
            <a:r>
              <a:rPr lang="en-US" sz="1200" dirty="0">
                <a:latin typeface="IRLotus" panose="02000503000000020002" pitchFamily="2" charset="-78"/>
                <a:cs typeface="IRLotus" panose="02000503000000020002" pitchFamily="2" charset="-78"/>
              </a:rPr>
              <a:t>{{position2}}</a:t>
            </a:r>
            <a:endParaRPr lang="fa-IR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  <a:p>
            <a:pPr algn="ctr" rtl="1"/>
            <a:r>
              <a:rPr lang="fa-IR" sz="1200" dirty="0">
                <a:latin typeface="IRLotus" panose="02000503000000020002" pitchFamily="2" charset="-78"/>
                <a:cs typeface="IRLotus" panose="02000503000000020002" pitchFamily="2" charset="-78"/>
              </a:rPr>
              <a:t>مجتمع آموزش عالی ﻻرستان</a:t>
            </a:r>
            <a:endParaRPr lang="en-US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F98FAC-1348-4439-B65B-E5A09FC50C41}"/>
              </a:ext>
            </a:extLst>
          </p:cNvPr>
          <p:cNvSpPr/>
          <p:nvPr/>
        </p:nvSpPr>
        <p:spPr>
          <a:xfrm>
            <a:off x="5617235" y="5930111"/>
            <a:ext cx="1171137" cy="1170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{{image:photo2}}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4D68AF-F57F-46F5-9C59-C6AC8B16F85E}"/>
              </a:ext>
            </a:extLst>
          </p:cNvPr>
          <p:cNvSpPr/>
          <p:nvPr/>
        </p:nvSpPr>
        <p:spPr>
          <a:xfrm>
            <a:off x="2817526" y="5433937"/>
            <a:ext cx="2335255" cy="1170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15" dirty="0">
                <a:latin typeface="Vazirmatn FD" pitchFamily="2" charset="-78"/>
                <a:cs typeface="Vazirmatn FD" pitchFamily="2" charset="-78"/>
              </a:rPr>
              <a:t>{{image:logo2}}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A570F66-3C66-FA9A-7F70-7EF1E47A59CB}"/>
              </a:ext>
            </a:extLst>
          </p:cNvPr>
          <p:cNvSpPr/>
          <p:nvPr/>
        </p:nvSpPr>
        <p:spPr>
          <a:xfrm rot="5400000">
            <a:off x="516453" y="83703"/>
            <a:ext cx="957912" cy="1990818"/>
          </a:xfrm>
          <a:custGeom>
            <a:avLst/>
            <a:gdLst>
              <a:gd name="connsiteX0" fmla="*/ 0 w 957912"/>
              <a:gd name="connsiteY0" fmla="*/ 1990818 h 1990818"/>
              <a:gd name="connsiteX1" fmla="*/ 0 w 957912"/>
              <a:gd name="connsiteY1" fmla="*/ 174168 h 1990818"/>
              <a:gd name="connsiteX2" fmla="*/ 174168 w 957912"/>
              <a:gd name="connsiteY2" fmla="*/ 0 h 1990818"/>
              <a:gd name="connsiteX3" fmla="*/ 783744 w 957912"/>
              <a:gd name="connsiteY3" fmla="*/ 0 h 1990818"/>
              <a:gd name="connsiteX4" fmla="*/ 957912 w 957912"/>
              <a:gd name="connsiteY4" fmla="*/ 174168 h 1990818"/>
              <a:gd name="connsiteX5" fmla="*/ 957912 w 957912"/>
              <a:gd name="connsiteY5" fmla="*/ 1990818 h 1990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7912" h="1990818">
                <a:moveTo>
                  <a:pt x="0" y="1990818"/>
                </a:moveTo>
                <a:lnTo>
                  <a:pt x="0" y="174168"/>
                </a:lnTo>
                <a:cubicBezTo>
                  <a:pt x="0" y="77978"/>
                  <a:pt x="77978" y="0"/>
                  <a:pt x="174168" y="0"/>
                </a:cubicBezTo>
                <a:lnTo>
                  <a:pt x="783744" y="0"/>
                </a:lnTo>
                <a:cubicBezTo>
                  <a:pt x="879934" y="0"/>
                  <a:pt x="957912" y="77978"/>
                  <a:pt x="957912" y="174168"/>
                </a:cubicBezTo>
                <a:lnTo>
                  <a:pt x="957912" y="1990818"/>
                </a:lnTo>
                <a:close/>
              </a:path>
            </a:pathLst>
          </a:custGeom>
          <a:pattFill prst="dkUpDiag">
            <a:fgClr>
              <a:srgbClr val="148335"/>
            </a:fgClr>
            <a:bgClr>
              <a:srgbClr val="16973F"/>
            </a:bgClr>
          </a:patt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15">
              <a:latin typeface="Vazirmatn FD" pitchFamily="2" charset="-78"/>
              <a:cs typeface="Vazirmatn FD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10934A-0D27-38FA-7167-7AF243CE7189}"/>
              </a:ext>
            </a:extLst>
          </p:cNvPr>
          <p:cNvSpPr txBox="1"/>
          <p:nvPr/>
        </p:nvSpPr>
        <p:spPr>
          <a:xfrm>
            <a:off x="1027456" y="781794"/>
            <a:ext cx="6939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400" b="1" dirty="0">
                <a:solidFill>
                  <a:schemeClr val="bg1"/>
                </a:solidFill>
                <a:latin typeface="IRLotus" panose="02000503000000020002" pitchFamily="2" charset="-78"/>
                <a:cs typeface="IRLotus" panose="02000503000000020002" pitchFamily="2" charset="-78"/>
              </a:rPr>
              <a:t>شماره:</a:t>
            </a:r>
            <a:endParaRPr lang="en-US" sz="1400" b="1" dirty="0">
              <a:solidFill>
                <a:schemeClr val="bg1"/>
              </a:solidFill>
              <a:latin typeface="IRLotus" panose="02000503000000020002" pitchFamily="2" charset="-78"/>
              <a:cs typeface="IRLotus" panose="02000503000000020002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7208E6-E564-EC5B-235F-36796055F54F}"/>
              </a:ext>
            </a:extLst>
          </p:cNvPr>
          <p:cNvSpPr txBox="1"/>
          <p:nvPr/>
        </p:nvSpPr>
        <p:spPr>
          <a:xfrm>
            <a:off x="212446" y="800896"/>
            <a:ext cx="13261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/>
                </a:solidFill>
                <a:latin typeface="Vazirmatn FD" panose="020B0604020202020204" charset="-78"/>
                <a:cs typeface="Vazirmatn FD" panose="020B0604020202020204" charset="-78"/>
              </a:rPr>
              <a:t>{{number}}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E4FBED-8F89-9C3B-1059-3398E102493A}"/>
              </a:ext>
            </a:extLst>
          </p:cNvPr>
          <p:cNvSpPr txBox="1"/>
          <p:nvPr/>
        </p:nvSpPr>
        <p:spPr>
          <a:xfrm>
            <a:off x="-299517" y="1125845"/>
            <a:ext cx="202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400" b="1" dirty="0">
                <a:solidFill>
                  <a:schemeClr val="bg1"/>
                </a:solidFill>
                <a:latin typeface="IRLotus" panose="02000503000000020002" pitchFamily="2" charset="-78"/>
                <a:cs typeface="IRLotus" panose="02000503000000020002" pitchFamily="2" charset="-78"/>
              </a:rPr>
              <a:t>تاریخ:  </a:t>
            </a:r>
            <a:r>
              <a:rPr lang="en-US" sz="1100" b="1" dirty="0">
                <a:solidFill>
                  <a:schemeClr val="bg1"/>
                </a:solidFill>
                <a:latin typeface="Vazirmatn FD" panose="020B0604020202020204" charset="-78"/>
                <a:cs typeface="Vazirmatn FD" panose="020B0604020202020204" charset="-78"/>
              </a:rPr>
              <a:t>{{issue}}</a:t>
            </a:r>
            <a:endParaRPr lang="en-US" sz="1187" b="1" dirty="0">
              <a:solidFill>
                <a:schemeClr val="bg1"/>
              </a:solidFill>
              <a:latin typeface="Vazirmatn FD" panose="020B0604020202020204" charset="-78"/>
              <a:cs typeface="Vazirmatn FD" panose="020B0604020202020204" charset="-7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2B97B8-79C4-C490-49C2-DC27C0766240}"/>
              </a:ext>
            </a:extLst>
          </p:cNvPr>
          <p:cNvSpPr txBox="1"/>
          <p:nvPr/>
        </p:nvSpPr>
        <p:spPr>
          <a:xfrm>
            <a:off x="865949" y="6617304"/>
            <a:ext cx="14013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1200" dirty="0">
                <a:latin typeface="IRLotus" panose="02000503000000020002" pitchFamily="2" charset="-78"/>
                <a:cs typeface="IRLotus" panose="02000503000000020002" pitchFamily="2" charset="-78"/>
              </a:rPr>
              <a:t>{{signatory}}</a:t>
            </a:r>
            <a:endParaRPr lang="fa-IR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  <a:p>
            <a:pPr algn="ctr" rtl="1"/>
            <a:r>
              <a:rPr lang="en-US" sz="1200" dirty="0">
                <a:latin typeface="IRLotus" panose="02000503000000020002" pitchFamily="2" charset="-78"/>
                <a:cs typeface="IRLotus" panose="02000503000000020002" pitchFamily="2" charset="-78"/>
              </a:rPr>
              <a:t>{{position}}</a:t>
            </a:r>
            <a:endParaRPr lang="fa-IR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  <a:p>
            <a:pPr algn="ctr" rtl="1"/>
            <a:r>
              <a:rPr lang="fa-IR" sz="1200" dirty="0">
                <a:latin typeface="IRLotus" panose="02000503000000020002" pitchFamily="2" charset="-78"/>
                <a:cs typeface="IRLotus" panose="02000503000000020002" pitchFamily="2" charset="-78"/>
              </a:rPr>
              <a:t>مجتمع آموزش عالی ﻻرستان</a:t>
            </a:r>
            <a:endParaRPr lang="en-US" sz="1200" dirty="0">
              <a:latin typeface="IRLotus" panose="02000503000000020002" pitchFamily="2" charset="-78"/>
              <a:cs typeface="IRLotus" panose="02000503000000020002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9127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</TotalTime>
  <Words>114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Vazirmatn FD</vt:lpstr>
      <vt:lpstr>Arial</vt:lpstr>
      <vt:lpstr>IRLotus</vt:lpstr>
      <vt:lpstr>Calibri</vt:lpstr>
      <vt:lpstr>Mikhak-DS2-FD Regular</vt:lpstr>
      <vt:lpstr>Calibri Light</vt:lpstr>
      <vt:lpstr>Consolas</vt:lpstr>
      <vt:lpstr>Estedad-FD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محمد مهدی یادگاری فرد</dc:creator>
  <cp:lastModifiedBy>Mohammad Mehdi Yadegarifard</cp:lastModifiedBy>
  <cp:revision>91</cp:revision>
  <dcterms:created xsi:type="dcterms:W3CDTF">2025-04-15T07:04:30Z</dcterms:created>
  <dcterms:modified xsi:type="dcterms:W3CDTF">2026-08-30T04:24:54Z</dcterms:modified>
</cp:coreProperties>
</file>