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onsolas" panose="020B0609020204030204" pitchFamily="49" charset="0"/>
      <p:regular r:id="rId3"/>
      <p:bold r:id="rId4"/>
      <p:italic r:id="rId5"/>
      <p:boldItalic r:id="rId6"/>
    </p:embeddedFont>
    <p:embeddedFont>
      <p:font typeface="Estedad-FD" panose="02000203000000000000" pitchFamily="2" charset="-78"/>
      <p:regular r:id="rId7"/>
      <p:bold r:id="rId8"/>
    </p:embeddedFont>
    <p:embeddedFont>
      <p:font typeface="IRLotus" panose="02000503000000020002" pitchFamily="2" charset="-78"/>
      <p:regular r:id="rId9"/>
      <p:bold r:id="rId10"/>
      <p:italic r:id="rId11"/>
    </p:embeddedFont>
    <p:embeddedFont>
      <p:font typeface="Mikhak-DS2-FD Regular" panose="020B0604020202020204" charset="-78"/>
      <p:regular r:id="rId12"/>
    </p:embeddedFont>
    <p:embeddedFont>
      <p:font typeface="Vazirmatn FD" panose="020B0604020202020204" charset="-78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4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presProps" Target="presProp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r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r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شماره ملی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{{course}}</a:t>
            </a:r>
            <a:r>
              <a:rPr lang="fa-IR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 {{org2}}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CFE09-8D5F-4C32-B4C3-C8E2F5700BB9}"/>
              </a:ext>
            </a:extLst>
          </p:cNvPr>
          <p:cNvSpPr txBox="1"/>
          <p:nvPr/>
        </p:nvSpPr>
        <p:spPr>
          <a:xfrm>
            <a:off x="3284480" y="6604565"/>
            <a:ext cx="1401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en-US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{{signatory2}}</a:t>
            </a:r>
            <a:endParaRPr lang="fa-IR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en-US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{{position2}}</a:t>
            </a:r>
            <a:endParaRPr lang="fa-IR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fa-IR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7670327" y="5926856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988252" y="5942768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2B97B8-79C4-C490-49C2-DC27C0766240}"/>
              </a:ext>
            </a:extLst>
          </p:cNvPr>
          <p:cNvSpPr txBox="1"/>
          <p:nvPr/>
        </p:nvSpPr>
        <p:spPr>
          <a:xfrm>
            <a:off x="865949" y="6617304"/>
            <a:ext cx="1401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en-US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{{signatory}}</a:t>
            </a:r>
            <a:endParaRPr lang="fa-IR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en-US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{{position}}</a:t>
            </a:r>
            <a:endParaRPr lang="fa-IR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fa-IR" sz="1200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200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87463F-7618-7508-65BC-943D156B612E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F8C1BD-C2DC-371C-00E6-D4A4F8BD284B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8D8724-0A47-D0E7-E060-B801FC3FCB03}"/>
              </a:ext>
            </a:extLst>
          </p:cNvPr>
          <p:cNvSpPr txBox="1"/>
          <p:nvPr/>
        </p:nvSpPr>
        <p:spPr>
          <a:xfrm>
            <a:off x="-353246" y="781794"/>
            <a:ext cx="2074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3EBFC9-A440-DF6C-045F-18BAF932CA66}"/>
              </a:ext>
            </a:extLst>
          </p:cNvPr>
          <p:cNvSpPr/>
          <p:nvPr/>
        </p:nvSpPr>
        <p:spPr>
          <a:xfrm>
            <a:off x="450717" y="4915399"/>
            <a:ext cx="3140208" cy="21820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9E82B2-9067-BE8A-031A-BA52A3DA2726}"/>
              </a:ext>
            </a:extLst>
          </p:cNvPr>
          <p:cNvSpPr/>
          <p:nvPr/>
        </p:nvSpPr>
        <p:spPr>
          <a:xfrm>
            <a:off x="3629326" y="4915399"/>
            <a:ext cx="3140208" cy="21820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{{image:logo2}}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F98FAC-1348-4439-B65B-E5A09FC50C41}"/>
              </a:ext>
            </a:extLst>
          </p:cNvPr>
          <p:cNvSpPr/>
          <p:nvPr/>
        </p:nvSpPr>
        <p:spPr>
          <a:xfrm>
            <a:off x="6352402" y="5926856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{{image:photo2}}</a:t>
            </a: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336</TotalTime>
  <Words>116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Vazirmatn FD</vt:lpstr>
      <vt:lpstr>Calibri</vt:lpstr>
      <vt:lpstr>Consolas</vt:lpstr>
      <vt:lpstr>Calibri Light</vt:lpstr>
      <vt:lpstr>IRLotus</vt:lpstr>
      <vt:lpstr>Mikhak-DS2-FD Regular</vt:lpstr>
      <vt:lpstr>Estedad-FD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Mohammad Mehdi Yadegarifard</cp:lastModifiedBy>
  <cp:revision>93</cp:revision>
  <dcterms:created xsi:type="dcterms:W3CDTF">2025-04-15T07:04:30Z</dcterms:created>
  <dcterms:modified xsi:type="dcterms:W3CDTF">2026-09-08T18:55:40Z</dcterms:modified>
</cp:coreProperties>
</file>